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Maîtriser les technologies modernes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Langages, JVM, Frameworks et Productivité avec Altesdigital</a:t>
            </a:r>
          </a:p>
          <a:p>
            <a:r>
              <a:t>Présenté par Jean Paul YAMEOGO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Objectif de la conférence</a:t>
            </a:r>
          </a:p>
          <a:p>
            <a:r>
              <a:t>• Comprendre les évolutions des langages</a:t>
            </a:r>
          </a:p>
          <a:p>
            <a:r>
              <a:t>• Explorer la JVM</a:t>
            </a:r>
          </a:p>
          <a:p>
            <a:r>
              <a:t>• Découvrir les frameworks modernes</a:t>
            </a:r>
          </a:p>
          <a:p>
            <a:r>
              <a:t>• Optimiser les performances</a:t>
            </a:r>
          </a:p>
          <a:p>
            <a:r>
              <a:t>• Utiliser efficacement Altesdigital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Evolution des langages</a:t>
            </a:r>
          </a:p>
          <a:p>
            <a:r>
              <a:t>2. Architecture JVM</a:t>
            </a:r>
          </a:p>
          <a:p>
            <a:r>
              <a:t>3. Frameworks modernes</a:t>
            </a:r>
          </a:p>
          <a:p>
            <a:r>
              <a:t>4. Performance</a:t>
            </a:r>
          </a:p>
          <a:p>
            <a:r>
              <a:t>5. Outils de développement</a:t>
            </a:r>
          </a:p>
          <a:p>
            <a:r>
              <a:t>6. Plateforme Altesdigital</a:t>
            </a:r>
          </a:p>
          <a:p>
            <a:r>
              <a:t>7. Cas pratiques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Evolution du développement logiciel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Cloud computing</a:t>
            </a:r>
          </a:p>
          <a:p>
            <a:r>
              <a:t>• Microservices</a:t>
            </a:r>
          </a:p>
          <a:p>
            <a:r>
              <a:t>• Intelligence artificielle</a:t>
            </a:r>
          </a:p>
          <a:p>
            <a:r>
              <a:t>• Applications mobiles</a:t>
            </a:r>
          </a:p>
          <a:p>
            <a:r>
              <a:t>• Plateformes SaaS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Langages modernes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Les langages évoluent pour :</a:t>
            </a:r>
          </a:p>
          <a:p>
            <a:r>
              <a:t>• Améliorer la performance</a:t>
            </a:r>
          </a:p>
          <a:p>
            <a:r>
              <a:t>• Simplifier le code</a:t>
            </a:r>
          </a:p>
          <a:p>
            <a:r>
              <a:t>• Augmenter la sécurité</a:t>
            </a:r>
          </a:p>
          <a:p>
            <a:r>
              <a:t>• Faciliter la maintenance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 aujourd'hui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Nouvelles fonctionnalités :</a:t>
            </a:r>
          </a:p>
          <a:p>
            <a:r>
              <a:t>• Records</a:t>
            </a:r>
          </a:p>
          <a:p>
            <a:r>
              <a:t>• Pattern Matching</a:t>
            </a:r>
          </a:p>
          <a:p>
            <a:r>
              <a:t>• Virtual Threads</a:t>
            </a:r>
          </a:p>
          <a:p>
            <a:r>
              <a:t>• Switch Expressions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Pourquoi comprendre la JVM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Meilleure optimisation</a:t>
            </a:r>
          </a:p>
          <a:p>
            <a:r>
              <a:t>• Débogage avancé</a:t>
            </a:r>
          </a:p>
          <a:p>
            <a:r>
              <a:t>• Applications plus performantes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de la JVM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Composants principaux :</a:t>
            </a:r>
          </a:p>
          <a:p>
            <a:r>
              <a:t>• Class Loader</a:t>
            </a:r>
          </a:p>
          <a:p>
            <a:r>
              <a:t>• Bytecode Verifier</a:t>
            </a:r>
          </a:p>
          <a:p>
            <a:r>
              <a:t>• Execution Engine</a:t>
            </a:r>
          </a:p>
          <a:p>
            <a:r>
              <a:t>• Garbage Collector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 Loader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Charge les classes Java dans la mémoire</a:t>
            </a:r>
          </a:p>
          <a:p>
            <a:r>
              <a:t>Assure la sécurité et la modularité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Bytecode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Java compile en bytecode</a:t>
            </a:r>
          </a:p>
          <a:p>
            <a:r>
              <a:t>La JVM exécute ce bytecode sur n'importe quel système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Execution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Transforme le bytecode en instructions machine</a:t>
            </a:r>
          </a:p>
          <a:p>
            <a:r>
              <a:t>Utilise la compilation JIT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Garbage Collector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Gestion automatique de la mémoire</a:t>
            </a:r>
          </a:p>
          <a:p>
            <a:r>
              <a:t>Libère les objets inutilisés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Optimisation JVM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JIT Compilation</a:t>
            </a:r>
          </a:p>
          <a:p>
            <a:r>
              <a:t>• Adaptive optimization</a:t>
            </a:r>
          </a:p>
          <a:p>
            <a:r>
              <a:t>• Gestion mémoire avancée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Frameworks modernes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Les frameworks accélèrent le développement et améliorent la qualité du code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Spring Boot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Framework Java populaire</a:t>
            </a:r>
          </a:p>
          <a:p>
            <a:r>
              <a:t>• APIs REST</a:t>
            </a:r>
          </a:p>
          <a:p>
            <a:r>
              <a:t>• Microservices</a:t>
            </a:r>
          </a:p>
          <a:p>
            <a:r>
              <a:t>• Sécurité intégrée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Quarkus et Micronaut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Frameworks cloud-native</a:t>
            </a:r>
          </a:p>
          <a:p>
            <a:r>
              <a:t>Optimisés pour les microservices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Développement Mobile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Framework Flutter</a:t>
            </a:r>
          </a:p>
          <a:p>
            <a:r>
              <a:t>• Applications Android</a:t>
            </a:r>
          </a:p>
          <a:p>
            <a:r>
              <a:t>• Applications iOS</a:t>
            </a:r>
          </a:p>
          <a:p>
            <a:r>
              <a:t>• Performance native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Frontend moderne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React</a:t>
            </a:r>
          </a:p>
          <a:p>
            <a:r>
              <a:t>• Next.js</a:t>
            </a:r>
          </a:p>
          <a:p>
            <a:r>
              <a:t>• Interfaces dynamiques</a:t>
            </a:r>
          </a:p>
          <a:p>
            <a:r>
              <a:t>• Applications web rapides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moderne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API REST</a:t>
            </a:r>
          </a:p>
          <a:p>
            <a:r>
              <a:t>• Microservices</a:t>
            </a:r>
          </a:p>
          <a:p>
            <a:r>
              <a:t>• Conteneurs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Base de données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PostgreSQL</a:t>
            </a:r>
          </a:p>
          <a:p>
            <a:r>
              <a:t>• Firebase</a:t>
            </a:r>
          </a:p>
          <a:p>
            <a:r>
              <a:t>• Bases NoSQL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Conseils de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Minimiser les objets</a:t>
            </a:r>
          </a:p>
          <a:p>
            <a:r>
              <a:t>• Optimiser les requêtes</a:t>
            </a:r>
          </a:p>
          <a:p>
            <a:r>
              <a:t>• Utiliser le caching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Outils :</a:t>
            </a:r>
          </a:p>
          <a:p>
            <a:r>
              <a:t>• Prometheus</a:t>
            </a:r>
          </a:p>
          <a:p>
            <a:r>
              <a:t>• Grafana</a:t>
            </a:r>
          </a:p>
          <a:p>
            <a:r>
              <a:t>• Analyse des performances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 développeur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Cycle moderne :</a:t>
            </a:r>
          </a:p>
          <a:p>
            <a:r>
              <a:t>• Code</a:t>
            </a:r>
          </a:p>
          <a:p>
            <a:r>
              <a:t>• Test</a:t>
            </a:r>
          </a:p>
          <a:p>
            <a:r>
              <a:t>• Build</a:t>
            </a:r>
          </a:p>
          <a:p>
            <a:r>
              <a:t>• Déploiement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Outils de développement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Android Studio</a:t>
            </a:r>
          </a:p>
          <a:p>
            <a:r>
              <a:t>• IntelliJ IDEA</a:t>
            </a:r>
          </a:p>
          <a:p>
            <a:r>
              <a:t>• Visual Studio Code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Gestion du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Git</a:t>
            </a:r>
          </a:p>
          <a:p>
            <a:r>
              <a:t>• GitHub</a:t>
            </a:r>
          </a:p>
          <a:p>
            <a:r>
              <a:t>• Collaboration efficace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Conteneurs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Docker permet de déployer les applications facilement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Orchestration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Kubernetes permet de gérer les applications à grande échelle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Plateforme Altesdigital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Plateforme pour créer, héberger et monétiser des applications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 pratique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Application de paiement QR Code avec Mobile Money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Combiner :</a:t>
            </a:r>
          </a:p>
          <a:p>
            <a:r>
              <a:t>• Langages modernes</a:t>
            </a:r>
          </a:p>
          <a:p>
            <a:r>
              <a:t>• JVM</a:t>
            </a:r>
          </a:p>
          <a:p>
            <a:r>
              <a:t>• Frameworks</a:t>
            </a:r>
          </a:p>
          <a:p>
            <a:r>
              <a:t>• Plateformes comme Altesdigital</a:t>
            </a:r>
          </a:p>
          <a:p>
            <a:r>
              <a:t>Pour construire les applications du futur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
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Future du développement logiciel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Langages modernes • JVM • Frameworks • Performance • Plateforme Altesdigital</a:t>
            </a:r>
          </a:p>
          <a:p>
            <a:r>
              <a:t>Jean Paul YAMEOGO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Transformation du développement logiciel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Cloud computing</a:t>
            </a:r>
          </a:p>
          <a:p>
            <a:pPr/>
            <a:r>
              <a:t>Intelligence artificielle</a:t>
            </a:r>
          </a:p>
          <a:p>
            <a:pPr/>
            <a:r>
              <a:t>Architecture microservices</a:t>
            </a:r>
          </a:p>
          <a:p>
            <a:pPr/>
            <a:r>
              <a:t>Automatisation DevOps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Langages modernes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Code plus simple</a:t>
            </a:r>
          </a:p>
          <a:p>
            <a:pPr/>
            <a:r>
              <a:t>Performance améliorée</a:t>
            </a:r>
          </a:p>
          <a:p>
            <a:pPr/>
            <a:r>
              <a:t>Sécurité renforcée</a:t>
            </a:r>
          </a:p>
          <a:p>
            <a:pPr/>
            <a:r>
              <a:t>Écosystèmes riches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aujourd'hui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Records</a:t>
            </a:r>
          </a:p>
          <a:p>
            <a:pPr/>
            <a:r>
              <a:t>Pattern Matching</a:t>
            </a:r>
          </a:p>
          <a:p>
            <a:pPr/>
            <a:r>
              <a:t>Virtual Threads</a:t>
            </a:r>
          </a:p>
          <a:p>
            <a:pPr/>
            <a:r>
              <a:t>Switch Expressions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comprendre la JVM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Optimiser la performance</a:t>
            </a:r>
          </a:p>
          <a:p>
            <a:pPr/>
            <a:r>
              <a:t>Comprendre la gestion mémoire</a:t>
            </a:r>
          </a:p>
          <a:p>
            <a:pPr/>
            <a:r>
              <a:t>Améliorer la stabilité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Frameworks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Spring Boot</a:t>
            </a:r>
          </a:p>
          <a:p>
            <a:pPr/>
            <a:r>
              <a:t>Quarkus</a:t>
            </a:r>
          </a:p>
          <a:p>
            <a:pPr/>
            <a:r>
              <a:t>Micronaut</a:t>
            </a:r>
          </a:p>
          <a:p>
            <a:pPr/>
            <a:r>
              <a:t>APIs REST rapides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Frameworks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React</a:t>
            </a:r>
          </a:p>
          <a:p>
            <a:pPr/>
            <a:r>
              <a:t>Next.js</a:t>
            </a:r>
          </a:p>
          <a:p>
            <a:pPr/>
            <a:r>
              <a:t>Interfaces modernes</a:t>
            </a:r>
          </a:p>
          <a:p>
            <a:pPr/>
            <a:r>
              <a:t>Applications rapides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Développement mobile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Flutter multiplateforme</a:t>
            </a:r>
          </a:p>
          <a:p>
            <a:pPr/>
            <a:r>
              <a:t>Applications Android et iOS</a:t>
            </a:r>
          </a:p>
          <a:p>
            <a:pPr/>
            <a:r>
              <a:t>Interface rapide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applicative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Optimisation mémoire</a:t>
            </a:r>
          </a:p>
          <a:p>
            <a:pPr/>
            <a:r>
              <a:t>Caching</a:t>
            </a:r>
          </a:p>
          <a:p>
            <a:pPr/>
            <a:r>
              <a:t>Indexation base de données</a:t>
            </a:r>
          </a:p>
          <a:p>
            <a:pPr/>
            <a:r>
              <a:t>Profiling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Observabilité</a:t>
            </a:r>
          </a:p>
          <a:p>
            <a:pPr/>
            <a:r>
              <a:t>Prometheus</a:t>
            </a:r>
          </a:p>
          <a:p>
            <a:pPr/>
            <a:r>
              <a:t>Grafana</a:t>
            </a:r>
          </a:p>
          <a:p>
            <a:pPr/>
            <a:r>
              <a:t>Alerting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développeur moderne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Git</a:t>
            </a:r>
          </a:p>
          <a:p>
            <a:pPr/>
            <a:r>
              <a:t>CI/CD</a:t>
            </a:r>
          </a:p>
          <a:p>
            <a:pPr/>
            <a:r>
              <a:t>Docker</a:t>
            </a:r>
          </a:p>
          <a:p>
            <a:pPr/>
            <a:r>
              <a:t>Kubernetes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Plateforme Altesdigital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Créer des applications</a:t>
            </a:r>
          </a:p>
          <a:p>
            <a:pPr/>
            <a:r>
              <a:t>Hébergement cloud</a:t>
            </a:r>
          </a:p>
          <a:p>
            <a:pPr/>
            <a:r>
              <a:t>Paiements mobiles africains</a:t>
            </a:r>
          </a:p>
          <a:p>
            <a:pPr/>
            <a:r>
              <a:t>Marketplace applications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 pratique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Application paiement QR Code</a:t>
            </a:r>
          </a:p>
          <a:p>
            <a:pPr/>
            <a:r>
              <a:t>Mobile Money</a:t>
            </a:r>
          </a:p>
          <a:p>
            <a:pPr/>
            <a:r>
              <a:t>Notification commerçant</a:t>
            </a:r>
          </a:p>
          <a:p>
            <a:pPr/>
            <a:r>
              <a:t>Architecture cloud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du futur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Plateformes intelligentes</a:t>
            </a:r>
          </a:p>
          <a:p>
            <a:pPr/>
            <a:r>
              <a:t>IA dans le développement</a:t>
            </a:r>
          </a:p>
          <a:p>
            <a:pPr/>
            <a:r>
              <a:t>Applications autonomes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cette conférence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Comprendre les technologies modernes</a:t>
            </a:r>
          </a:p>
          <a:p>
            <a:pPr/>
            <a:r>
              <a:t>Découvrir les frameworks performants</a:t>
            </a:r>
          </a:p>
          <a:p>
            <a:pPr/>
            <a:r>
              <a:t>Optimiser les performances des applications</a:t>
            </a:r>
          </a:p>
          <a:p>
            <a:pPr/>
            <a:r>
              <a:t>Créer des plateformes innovantes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Transformation du développement logiciel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Cloud computing</a:t>
            </a:r>
          </a:p>
          <a:p>
            <a:pPr/>
            <a:r>
              <a:t>Intelligence artificielle</a:t>
            </a:r>
          </a:p>
          <a:p>
            <a:pPr/>
            <a:r>
              <a:t>Architecture microservices</a:t>
            </a:r>
          </a:p>
          <a:p>
            <a:pPr/>
            <a:r>
              <a:t>Automatisation DevOps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Langages modernes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Code plus simple</a:t>
            </a:r>
          </a:p>
          <a:p>
            <a:pPr/>
            <a:r>
              <a:t>Performance améliorée</a:t>
            </a:r>
          </a:p>
          <a:p>
            <a:pPr/>
            <a:r>
              <a:t>Sécurité renforcée</a:t>
            </a:r>
          </a:p>
          <a:p>
            <a:pPr/>
            <a:r>
              <a:t>Écosystèmes riches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aujourd'hui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Records</a:t>
            </a:r>
          </a:p>
          <a:p>
            <a:pPr/>
            <a:r>
              <a:t>Pattern Matching</a:t>
            </a:r>
          </a:p>
          <a:p>
            <a:pPr/>
            <a:r>
              <a:t>Virtual Threads</a:t>
            </a:r>
          </a:p>
          <a:p>
            <a:pPr/>
            <a:r>
              <a:t>Switch Expressions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comprendre la JVM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Optimiser la performance</a:t>
            </a:r>
          </a:p>
          <a:p>
            <a:pPr/>
            <a:r>
              <a:t>Comprendre la gestion mémoire</a:t>
            </a:r>
          </a:p>
          <a:p>
            <a:pPr/>
            <a:r>
              <a:t>Améliorer la stabilité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Frameworks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Spring Boot</a:t>
            </a:r>
          </a:p>
          <a:p>
            <a:pPr/>
            <a:r>
              <a:t>Quarkus</a:t>
            </a:r>
          </a:p>
          <a:p>
            <a:pPr/>
            <a:r>
              <a:t>Micronaut</a:t>
            </a:r>
          </a:p>
          <a:p>
            <a:pPr/>
            <a:r>
              <a:t>APIs REST rapides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Frameworks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React</a:t>
            </a:r>
          </a:p>
          <a:p>
            <a:pPr/>
            <a:r>
              <a:t>Next.js</a:t>
            </a:r>
          </a:p>
          <a:p>
            <a:pPr/>
            <a:r>
              <a:t>Interfaces modernes</a:t>
            </a:r>
          </a:p>
          <a:p>
            <a:pPr/>
            <a:r>
              <a:t>Applications rapides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Développement mobile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Flutter multiplateforme</a:t>
            </a:r>
          </a:p>
          <a:p>
            <a:pPr/>
            <a:r>
              <a:t>Applications Android et iOS</a:t>
            </a:r>
          </a:p>
          <a:p>
            <a:pPr/>
            <a:r>
              <a:t>Interface rapide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applicative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Optimisation mémoire</a:t>
            </a:r>
          </a:p>
          <a:p>
            <a:pPr/>
            <a:r>
              <a:t>Caching</a:t>
            </a:r>
          </a:p>
          <a:p>
            <a:pPr/>
            <a:r>
              <a:t>Indexation base de données</a:t>
            </a:r>
          </a:p>
          <a:p>
            <a:pPr/>
            <a:r>
              <a:t>Profiling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Observabilité</a:t>
            </a:r>
          </a:p>
          <a:p>
            <a:pPr/>
            <a:r>
              <a:t>Prometheus</a:t>
            </a:r>
          </a:p>
          <a:p>
            <a:pPr/>
            <a:r>
              <a:t>Grafana</a:t>
            </a:r>
          </a:p>
          <a:p>
            <a:pPr/>
            <a:r>
              <a:t>Alerting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développeur moderne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Git</a:t>
            </a:r>
          </a:p>
          <a:p>
            <a:pPr/>
            <a:r>
              <a:t>CI/CD</a:t>
            </a:r>
          </a:p>
          <a:p>
            <a:pPr/>
            <a:r>
              <a:t>Docker</a:t>
            </a:r>
          </a:p>
          <a:p>
            <a:pPr/>
            <a:r>
              <a:t>Kubernetes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Plateforme Altesdigital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Créer des applications</a:t>
            </a:r>
          </a:p>
          <a:p>
            <a:pPr/>
            <a:r>
              <a:t>Hébergement cloud</a:t>
            </a:r>
          </a:p>
          <a:p>
            <a:pPr/>
            <a:r>
              <a:t>Paiements mobiles africains</a:t>
            </a:r>
          </a:p>
          <a:p>
            <a:pPr/>
            <a:r>
              <a:t>Marketplace applications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 pratique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Application paiement QR Code</a:t>
            </a:r>
          </a:p>
          <a:p>
            <a:pPr/>
            <a:r>
              <a:t>Mobile Money</a:t>
            </a:r>
          </a:p>
          <a:p>
            <a:pPr/>
            <a:r>
              <a:t>Notification commerçant</a:t>
            </a:r>
          </a:p>
          <a:p>
            <a:pPr/>
            <a:r>
              <a:t>Architecture cloud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du futur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Plateformes intelligentes</a:t>
            </a:r>
          </a:p>
          <a:p>
            <a:pPr/>
            <a:r>
              <a:t>IA dans le développement</a:t>
            </a:r>
          </a:p>
          <a:p>
            <a:pPr/>
            <a:r>
              <a:t>Applications autonomes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cette conférence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Comprendre les technologies modernes</a:t>
            </a:r>
          </a:p>
          <a:p>
            <a:pPr/>
            <a:r>
              <a:t>Découvrir les frameworks performants</a:t>
            </a:r>
          </a:p>
          <a:p>
            <a:pPr/>
            <a:r>
              <a:t>Optimiser les performances des applications</a:t>
            </a:r>
          </a:p>
          <a:p>
            <a:pPr/>
            <a:r>
              <a:t>Créer des plateformes innovantes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Transformation du développement logiciel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Cloud computing</a:t>
            </a:r>
          </a:p>
          <a:p>
            <a:pPr/>
            <a:r>
              <a:t>Intelligence artificielle</a:t>
            </a:r>
          </a:p>
          <a:p>
            <a:pPr/>
            <a:r>
              <a:t>Architecture microservices</a:t>
            </a:r>
          </a:p>
          <a:p>
            <a:pPr/>
            <a:r>
              <a:t>Automatisation DevOps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Langages modernes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Code plus simple</a:t>
            </a:r>
          </a:p>
          <a:p>
            <a:pPr/>
            <a:r>
              <a:t>Performance améliorée</a:t>
            </a:r>
          </a:p>
          <a:p>
            <a:pPr/>
            <a:r>
              <a:t>Sécurité renforcée</a:t>
            </a:r>
          </a:p>
          <a:p>
            <a:pPr/>
            <a:r>
              <a:t>Écosystèmes riches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aujourd'hui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Records</a:t>
            </a:r>
          </a:p>
          <a:p>
            <a:pPr/>
            <a:r>
              <a:t>Pattern Matching</a:t>
            </a:r>
          </a:p>
          <a:p>
            <a:pPr/>
            <a:r>
              <a:t>Virtual Threads</a:t>
            </a:r>
          </a:p>
          <a:p>
            <a:pPr/>
            <a:r>
              <a:t>Switch Expressions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comprendre la JVM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Optimiser la performance</a:t>
            </a:r>
          </a:p>
          <a:p>
            <a:pPr/>
            <a:r>
              <a:t>Comprendre la gestion mémoire</a:t>
            </a:r>
          </a:p>
          <a:p>
            <a:pPr/>
            <a:r>
              <a:t>Améliorer la stabilité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Frameworks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Spring Boot</a:t>
            </a:r>
          </a:p>
          <a:p>
            <a:pPr/>
            <a:r>
              <a:t>Quarkus</a:t>
            </a:r>
          </a:p>
          <a:p>
            <a:pPr/>
            <a:r>
              <a:t>Micronaut</a:t>
            </a:r>
          </a:p>
          <a:p>
            <a:pPr/>
            <a:r>
              <a:t>APIs REST rapides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Frameworks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React</a:t>
            </a:r>
          </a:p>
          <a:p>
            <a:pPr/>
            <a:r>
              <a:t>Next.js</a:t>
            </a:r>
          </a:p>
          <a:p>
            <a:pPr/>
            <a:r>
              <a:t>Interfaces modernes</a:t>
            </a:r>
          </a:p>
          <a:p>
            <a:pPr/>
            <a:r>
              <a:t>Applications rapides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Développement mobile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Flutter multiplateforme</a:t>
            </a:r>
          </a:p>
          <a:p>
            <a:pPr/>
            <a:r>
              <a:t>Applications Android et iOS</a:t>
            </a:r>
          </a:p>
          <a:p>
            <a:pPr/>
            <a:r>
              <a:t>Interface rapide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applicative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Optimisation mémoire</a:t>
            </a:r>
          </a:p>
          <a:p>
            <a:pPr/>
            <a:r>
              <a:t>Caching</a:t>
            </a:r>
          </a:p>
          <a:p>
            <a:pPr/>
            <a:r>
              <a:t>Indexation base de données</a:t>
            </a:r>
          </a:p>
          <a:p>
            <a:pPr/>
            <a:r>
              <a:t>Profiling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Observabilité</a:t>
            </a:r>
          </a:p>
          <a:p>
            <a:pPr/>
            <a:r>
              <a:t>Prometheus</a:t>
            </a:r>
          </a:p>
          <a:p>
            <a:pPr/>
            <a:r>
              <a:t>Grafana</a:t>
            </a:r>
          </a:p>
          <a:p>
            <a:pPr/>
            <a:r>
              <a:t>Alerting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développeur moderne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Git</a:t>
            </a:r>
          </a:p>
          <a:p>
            <a:pPr/>
            <a:r>
              <a:t>CI/CD</a:t>
            </a:r>
          </a:p>
          <a:p>
            <a:pPr/>
            <a:r>
              <a:t>Docker</a:t>
            </a:r>
          </a:p>
          <a:p>
            <a:pPr/>
            <a:r>
              <a:t>Kubernetes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Plateforme Altesdigital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Créer des applications</a:t>
            </a:r>
          </a:p>
          <a:p>
            <a:pPr/>
            <a:r>
              <a:t>Hébergement cloud</a:t>
            </a:r>
          </a:p>
          <a:p>
            <a:pPr/>
            <a:r>
              <a:t>Paiements mobiles africains</a:t>
            </a:r>
          </a:p>
          <a:p>
            <a:pPr/>
            <a:r>
              <a:t>Marketplace applications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 pratique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Application paiement QR Code</a:t>
            </a:r>
          </a:p>
          <a:p>
            <a:pPr/>
            <a:r>
              <a:t>Mobile Money</a:t>
            </a:r>
          </a:p>
          <a:p>
            <a:pPr/>
            <a:r>
              <a:t>Notification commerçant</a:t>
            </a:r>
          </a:p>
          <a:p>
            <a:pPr/>
            <a:r>
              <a:t>Architecture cloud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du futur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Plateformes intelligentes</a:t>
            </a:r>
          </a:p>
          <a:p>
            <a:pPr/>
            <a:r>
              <a:t>IA dans le développement</a:t>
            </a:r>
          </a:p>
          <a:p>
            <a:pPr/>
            <a:r>
              <a:t>Applications autonomes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cette conférence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Comprendre les technologies modernes</a:t>
            </a:r>
          </a:p>
          <a:p>
            <a:pPr/>
            <a:r>
              <a:t>Découvrir les frameworks performants</a:t>
            </a:r>
          </a:p>
          <a:p>
            <a:pPr/>
            <a:r>
              <a:t>Optimiser les performances des applications</a:t>
            </a:r>
          </a:p>
          <a:p>
            <a:pPr/>
            <a:r>
              <a:t>Créer des plateformes innovantes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Transformation du développement logiciel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Cloud computing</a:t>
            </a:r>
          </a:p>
          <a:p>
            <a:pPr/>
            <a:r>
              <a:t>Intelligence artificielle</a:t>
            </a:r>
          </a:p>
          <a:p>
            <a:pPr/>
            <a:r>
              <a:t>Architecture microservices</a:t>
            </a:r>
          </a:p>
          <a:p>
            <a:pPr/>
            <a:r>
              <a:t>Automatisation DevOps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Langages modernes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Code plus simple</a:t>
            </a:r>
          </a:p>
          <a:p>
            <a:pPr/>
            <a:r>
              <a:t>Performance améliorée</a:t>
            </a:r>
          </a:p>
          <a:p>
            <a:pPr/>
            <a:r>
              <a:t>Sécurité renforcée</a:t>
            </a:r>
          </a:p>
          <a:p>
            <a:pPr/>
            <a:r>
              <a:t>Écosystèmes riches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aujourd'hui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Records</a:t>
            </a:r>
          </a:p>
          <a:p>
            <a:pPr/>
            <a:r>
              <a:t>Pattern Matching</a:t>
            </a:r>
          </a:p>
          <a:p>
            <a:pPr/>
            <a:r>
              <a:t>Virtual Threads</a:t>
            </a:r>
          </a:p>
          <a:p>
            <a:pPr/>
            <a:r>
              <a:t>Switch Expressions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comprendre la JVM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Optimiser la performance</a:t>
            </a:r>
          </a:p>
          <a:p>
            <a:pPr/>
            <a:r>
              <a:t>Comprendre la gestion mémoire</a:t>
            </a:r>
          </a:p>
          <a:p>
            <a:pPr/>
            <a:r>
              <a:t>Améliorer la stabilité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Frameworks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Spring Boot</a:t>
            </a:r>
          </a:p>
          <a:p>
            <a:pPr/>
            <a:r>
              <a:t>Quarkus</a:t>
            </a:r>
          </a:p>
          <a:p>
            <a:pPr/>
            <a:r>
              <a:t>Micronaut</a:t>
            </a:r>
          </a:p>
          <a:p>
            <a:pPr/>
            <a:r>
              <a:t>APIs REST rapides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simplifiée de la JVM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Class Loader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Bytecode Verifier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Execution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59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Garbage Collector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Application Moderne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371600"/>
            <a:ext cx="36576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Mobile App (Flutter)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468880"/>
            <a:ext cx="36576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API 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566160"/>
            <a:ext cx="36576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Microservices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663440"/>
            <a:ext cx="36576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Database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Les technologies évoluent rapidement</a:t>
            </a:r>
          </a:p>
          <a:p>
            <a:pPr/>
            <a:r>
              <a:t>Les développeurs doivent maîtriser les architectures modernes</a:t>
            </a:r>
          </a:p>
          <a:p>
            <a:pPr/>
            <a:r>
              <a:t>La performance est essentielle</a:t>
            </a:r>
          </a:p>
          <a:p>
            <a:pPr/>
            <a:r>
              <a:t>La plateforme Altesdigital ouvre de nouvelles opportunités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